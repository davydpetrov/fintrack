
<file path=[Content_Types].xml><?xml version="1.0" encoding="utf-8"?>
<Types xmlns="http://schemas.openxmlformats.org/package/2006/content-types">
  <Default ContentType="application/x-fontdata" Extension="fntdata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arget="ppt/presentation.xml" Type="http://schemas.openxmlformats.org/officeDocument/2006/relationships/officeDocument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aveSubsetFonts="1" strictFirstAndLastChars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embeddedFontLst>
    <p:embeddedFont>
      <p:font typeface="DM Sans Medium"/>
      <p:regular r:id="rId17"/>
      <p:bold r:id="rId18"/>
      <p:italic r:id="rId19"/>
      <p:boldItalic r:id="rId20"/>
    </p:embeddedFont>
    <p:embeddedFont>
      <p:font typeface="DM Sans"/>
      <p:regular r:id="rId21"/>
      <p:bold r:id="rId22"/>
      <p:italic r:id="rId23"/>
      <p:boldItalic r:id="rId24"/>
    </p:embeddedFont>
    <p:embeddedFont>
      <p:font typeface="Merriweather"/>
      <p:regular r:id="rId25"/>
      <p:bold r:id="rId26"/>
      <p:italic r:id="rId27"/>
      <p:boldItalic r:id="rId28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d="100" n="100"/>
          <a:sy d="100" n="100"/>
        </p:scale>
        <p:origin x="0" y="0"/>
      </p:cViewPr>
      <p:guideLst>
        <p:guide orient="horz" pos="2160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7" Target="fonts/Merriweather-italic.fntdata" Type="http://schemas.openxmlformats.org/officeDocument/2006/relationships/font"/><Relationship Id="rId26" Target="fonts/Merriweather-bold.fntdata" Type="http://schemas.openxmlformats.org/officeDocument/2006/relationships/font"/><Relationship Id="rId25" Target="fonts/Merriweather-regular.fntdata" Type="http://schemas.openxmlformats.org/officeDocument/2006/relationships/font"/><Relationship Id="rId24" Target="fonts/DMSans-boldItalic.fntdata" Type="http://schemas.openxmlformats.org/officeDocument/2006/relationships/font"/><Relationship Id="rId21" Target="fonts/DMSans-regular.fntdata" Type="http://schemas.openxmlformats.org/officeDocument/2006/relationships/font"/><Relationship Id="rId19" Target="fonts/DMSansMedium-italic.fntdata" Type="http://schemas.openxmlformats.org/officeDocument/2006/relationships/font"/><Relationship Id="rId20" Target="fonts/DMSansMedium-boldItalic.fntdata" Type="http://schemas.openxmlformats.org/officeDocument/2006/relationships/font"/><Relationship Id="rId18" Target="fonts/DMSansMedium-bold.fntdata" Type="http://schemas.openxmlformats.org/officeDocument/2006/relationships/font"/><Relationship Id="rId17" Target="fonts/DMSansMedium-regular.fntdata" Type="http://schemas.openxmlformats.org/officeDocument/2006/relationships/font"/><Relationship Id="rId16" Target="slides/slide11.xml" Type="http://schemas.openxmlformats.org/officeDocument/2006/relationships/slide"/><Relationship Id="rId15" Target="slides/slide10.xml" Type="http://schemas.openxmlformats.org/officeDocument/2006/relationships/slide"/><Relationship Id="rId14" Target="slides/slide9.xml" Type="http://schemas.openxmlformats.org/officeDocument/2006/relationships/slide"/><Relationship Id="rId13" Target="slides/slide8.xml" Type="http://schemas.openxmlformats.org/officeDocument/2006/relationships/slide"/><Relationship Id="rId12" Target="slides/slide7.xml" Type="http://schemas.openxmlformats.org/officeDocument/2006/relationships/slide"/><Relationship Id="rId11" Target="slides/slide6.xml" Type="http://schemas.openxmlformats.org/officeDocument/2006/relationships/slide"/><Relationship Id="rId10" Target="slides/slide5.xml" Type="http://schemas.openxmlformats.org/officeDocument/2006/relationships/slide"/><Relationship Id="rId9" Target="slides/slide4.xml" Type="http://schemas.openxmlformats.org/officeDocument/2006/relationships/slide"/><Relationship Id="rId8" Target="slides/slide3.xml" Type="http://schemas.openxmlformats.org/officeDocument/2006/relationships/slide"/><Relationship Id="rId7" Target="slides/slide2.xml" Type="http://schemas.openxmlformats.org/officeDocument/2006/relationships/slide"/><Relationship Id="rId6" Target="slides/slide1.xml" Type="http://schemas.openxmlformats.org/officeDocument/2006/relationships/slide"/><Relationship Id="rId5" Target="notesMasters/notesMaster1.xml" Type="http://schemas.openxmlformats.org/officeDocument/2006/relationships/notesMaster"/><Relationship Id="rId4" Target="slideMasters/slideMaster1.xml" Type="http://schemas.openxmlformats.org/officeDocument/2006/relationships/slideMaster"/><Relationship Id="rId3" Target="presProps.xml" Type="http://schemas.openxmlformats.org/officeDocument/2006/relationships/presProps"/><Relationship Id="rId23" Target="fonts/DMSans-italic.fntdata" Type="http://schemas.openxmlformats.org/officeDocument/2006/relationships/font"/><Relationship Id="rId2" Target="viewProps.xml" Type="http://schemas.openxmlformats.org/officeDocument/2006/relationships/viewProps"/><Relationship Id="rId22" Target="fonts/DMSans-bold.fntdata" Type="http://schemas.openxmlformats.org/officeDocument/2006/relationships/font"/><Relationship Id="rId28" Target="fonts/Merriweather-boldItalic.fntdata" Type="http://schemas.openxmlformats.org/officeDocument/2006/relationships/font"/><Relationship Id="rId1" Target="theme/theme1.xml" Type="http://schemas.openxmlformats.org/officeDocument/2006/relationships/theme"/></Relationships>
</file>

<file path=ppt/notesMasters/_rels/notesMaster1.xml.rels><?xml version="1.0" encoding="UTF-8" standalone="yes"?>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type="none" w="sm"/>
            <a:tailEnd len="sm" type="none" w="sm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folHlink="folHlink" hlink="hlink" tx1="dk1" tx2="lt2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2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3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4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5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6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7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8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9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10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11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  <a:defRPr/>
            </a:lvl1pPr>
            <a:lvl2pPr algn="r" indent="0" lvl="1" marL="0">
              <a:spcBef>
                <a:spcPts val="0"/>
              </a:spcBef>
              <a:buNone/>
              <a:defRPr/>
            </a:lvl2pPr>
            <a:lvl3pPr algn="r" indent="0" lvl="2" marL="0">
              <a:spcBef>
                <a:spcPts val="0"/>
              </a:spcBef>
              <a:buNone/>
              <a:defRPr/>
            </a:lvl3pPr>
            <a:lvl4pPr algn="r" indent="0" lvl="3" marL="0">
              <a:spcBef>
                <a:spcPts val="0"/>
              </a:spcBef>
              <a:buNone/>
              <a:defRPr/>
            </a:lvl4pPr>
            <a:lvl5pPr algn="r" indent="0" lvl="4" marL="0">
              <a:spcBef>
                <a:spcPts val="0"/>
              </a:spcBef>
              <a:buNone/>
              <a:defRPr/>
            </a:lvl5pPr>
            <a:lvl6pPr algn="r" indent="0" lvl="5" marL="0">
              <a:spcBef>
                <a:spcPts val="0"/>
              </a:spcBef>
              <a:buNone/>
              <a:defRPr/>
            </a:lvl6pPr>
            <a:lvl7pPr algn="r" indent="0" lvl="6" marL="0">
              <a:spcBef>
                <a:spcPts val="0"/>
              </a:spcBef>
              <a:buNone/>
              <a:defRPr/>
            </a:lvl7pPr>
            <a:lvl8pPr algn="r" indent="0" lvl="7" marL="0">
              <a:spcBef>
                <a:spcPts val="0"/>
              </a:spcBef>
              <a:buNone/>
              <a:defRPr/>
            </a:lvl8pPr>
            <a:lvl9pPr algn="r" indent="0" lvl="8" marL="0">
              <a:spcBef>
                <a:spcPts val="0"/>
              </a:spcBef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numCol="1" rIns="91425" spcFirstLastPara="1" tIns="45700" wrap="square">
            <a:normAutofit/>
          </a:bodyPr>
          <a:lstStyle>
            <a:lvl1pPr algn="ctr" lv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 lvl="1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 lvl="2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 lvl="3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 lvl="4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 lvl="5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 lvl="6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 lvl="7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 lvl="8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  <a:defRPr/>
            </a:lvl1pPr>
            <a:lvl2pPr algn="r" indent="0" lvl="1" marL="0">
              <a:spcBef>
                <a:spcPts val="0"/>
              </a:spcBef>
              <a:buNone/>
              <a:defRPr/>
            </a:lvl2pPr>
            <a:lvl3pPr algn="r" indent="0" lvl="2" marL="0">
              <a:spcBef>
                <a:spcPts val="0"/>
              </a:spcBef>
              <a:buNone/>
              <a:defRPr/>
            </a:lvl3pPr>
            <a:lvl4pPr algn="r" indent="0" lvl="3" marL="0">
              <a:spcBef>
                <a:spcPts val="0"/>
              </a:spcBef>
              <a:buNone/>
              <a:defRPr/>
            </a:lvl4pPr>
            <a:lvl5pPr algn="r" indent="0" lvl="4" marL="0">
              <a:spcBef>
                <a:spcPts val="0"/>
              </a:spcBef>
              <a:buNone/>
              <a:defRPr/>
            </a:lvl5pPr>
            <a:lvl6pPr algn="r" indent="0" lvl="5" marL="0">
              <a:spcBef>
                <a:spcPts val="0"/>
              </a:spcBef>
              <a:buNone/>
              <a:defRPr/>
            </a:lvl6pPr>
            <a:lvl7pPr algn="r" indent="0" lvl="6" marL="0">
              <a:spcBef>
                <a:spcPts val="0"/>
              </a:spcBef>
              <a:buNone/>
              <a:defRPr/>
            </a:lvl7pPr>
            <a:lvl8pPr algn="r" indent="0" lvl="7" marL="0">
              <a:spcBef>
                <a:spcPts val="0"/>
              </a:spcBef>
              <a:buNone/>
              <a:defRPr/>
            </a:lvl8pPr>
            <a:lvl9pPr algn="r" indent="0" lvl="8" marL="0">
              <a:spcBef>
                <a:spcPts val="0"/>
              </a:spcBef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numCol="1" rIns="91425" spcFirstLastPara="1" tIns="45700" wrap="square">
            <a:normAutofit/>
          </a:bodyPr>
          <a:lstStyle>
            <a:lvl1pPr algn="l" indent="-342900" lvl="0" marL="457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algn="l" indent="-342900" lvl="1" marL="914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algn="l" indent="-3429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algn="l" indent="-342900" lvl="3" marL="1828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algn="l" indent="-342900" lvl="4" marL="22860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algn="l" indent="-342900" lvl="5" marL="2743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algn="l" indent="-342900" lvl="6" marL="3200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algn="l" indent="-342900" lvl="7" marL="3657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algn="l" indent="-342900" lvl="8" marL="4114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  <a:defRPr/>
            </a:lvl1pPr>
            <a:lvl2pPr algn="r" indent="0" lvl="1" marL="0">
              <a:spcBef>
                <a:spcPts val="0"/>
              </a:spcBef>
              <a:buNone/>
              <a:defRPr/>
            </a:lvl2pPr>
            <a:lvl3pPr algn="r" indent="0" lvl="2" marL="0">
              <a:spcBef>
                <a:spcPts val="0"/>
              </a:spcBef>
              <a:buNone/>
              <a:defRPr/>
            </a:lvl3pPr>
            <a:lvl4pPr algn="r" indent="0" lvl="3" marL="0">
              <a:spcBef>
                <a:spcPts val="0"/>
              </a:spcBef>
              <a:buNone/>
              <a:defRPr/>
            </a:lvl4pPr>
            <a:lvl5pPr algn="r" indent="0" lvl="4" marL="0">
              <a:spcBef>
                <a:spcPts val="0"/>
              </a:spcBef>
              <a:buNone/>
              <a:defRPr/>
            </a:lvl5pPr>
            <a:lvl6pPr algn="r" indent="0" lvl="5" marL="0">
              <a:spcBef>
                <a:spcPts val="0"/>
              </a:spcBef>
              <a:buNone/>
              <a:defRPr/>
            </a:lvl6pPr>
            <a:lvl7pPr algn="r" indent="0" lvl="6" marL="0">
              <a:spcBef>
                <a:spcPts val="0"/>
              </a:spcBef>
              <a:buNone/>
              <a:defRPr/>
            </a:lvl7pPr>
            <a:lvl8pPr algn="r" indent="0" lvl="7" marL="0">
              <a:spcBef>
                <a:spcPts val="0"/>
              </a:spcBef>
              <a:buNone/>
              <a:defRPr/>
            </a:lvl8pPr>
            <a:lvl9pPr algn="r" indent="0" lvl="8" marL="0">
              <a:spcBef>
                <a:spcPts val="0"/>
              </a:spcBef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numCol="1" rIns="91425" spcFirstLastPara="1" tIns="45700" wrap="square">
            <a:norm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cap="none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="b" anchorCtr="0" bIns="45700" lIns="91425" numCol="1" rIns="91425" spcFirstLastPara="1" tIns="45700" wrap="square">
            <a:normAutofit/>
          </a:bodyPr>
          <a:lstStyle>
            <a:lvl1pPr algn="l" indent="-228600" lvl="0" marL="4572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algn="l" indent="-228600" lvl="1" marL="91440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algn="l" indent="-228600" lvl="2" marL="137160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algn="l" indent="-228600" lvl="3" marL="18288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algn="l" indent="-228600" lvl="4" marL="22860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algn="l" indent="-228600" lvl="5" marL="27432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algn="l" indent="-228600" lvl="6" marL="32004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algn="l" indent="-228600" lvl="7" marL="36576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algn="l" indent="-228600" lvl="8" marL="41148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  <a:defRPr/>
            </a:lvl1pPr>
            <a:lvl2pPr algn="r" indent="0" lvl="1" marL="0">
              <a:spcBef>
                <a:spcPts val="0"/>
              </a:spcBef>
              <a:buNone/>
              <a:defRPr/>
            </a:lvl2pPr>
            <a:lvl3pPr algn="r" indent="0" lvl="2" marL="0">
              <a:spcBef>
                <a:spcPts val="0"/>
              </a:spcBef>
              <a:buNone/>
              <a:defRPr/>
            </a:lvl3pPr>
            <a:lvl4pPr algn="r" indent="0" lvl="3" marL="0">
              <a:spcBef>
                <a:spcPts val="0"/>
              </a:spcBef>
              <a:buNone/>
              <a:defRPr/>
            </a:lvl4pPr>
            <a:lvl5pPr algn="r" indent="0" lvl="4" marL="0">
              <a:spcBef>
                <a:spcPts val="0"/>
              </a:spcBef>
              <a:buNone/>
              <a:defRPr/>
            </a:lvl5pPr>
            <a:lvl6pPr algn="r" indent="0" lvl="5" marL="0">
              <a:spcBef>
                <a:spcPts val="0"/>
              </a:spcBef>
              <a:buNone/>
              <a:defRPr/>
            </a:lvl6pPr>
            <a:lvl7pPr algn="r" indent="0" lvl="6" marL="0">
              <a:spcBef>
                <a:spcPts val="0"/>
              </a:spcBef>
              <a:buNone/>
              <a:defRPr/>
            </a:lvl7pPr>
            <a:lvl8pPr algn="r" indent="0" lvl="7" marL="0">
              <a:spcBef>
                <a:spcPts val="0"/>
              </a:spcBef>
              <a:buNone/>
              <a:defRPr/>
            </a:lvl8pPr>
            <a:lvl9pPr algn="r" indent="0" lvl="8" marL="0">
              <a:spcBef>
                <a:spcPts val="0"/>
              </a:spcBef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numCol="1" rIns="91425" spcFirstLastPara="1" tIns="45700" wrap="square">
            <a:normAutofit/>
          </a:bodyPr>
          <a:lstStyle>
            <a:lvl1pPr algn="l" indent="-406400" lvl="0" marL="45720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algn="l" indent="-381000" lvl="1" marL="9144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algn="l" indent="-355600" lvl="2" marL="1371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algn="l" indent="-342900" lvl="3" marL="1828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algn="l" indent="-342900" lvl="4" marL="22860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algn="l" indent="-342900" lvl="5" marL="2743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algn="l" indent="-342900" lvl="6" marL="3200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algn="l" indent="-342900" lvl="7" marL="3657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algn="l" indent="-342900" lvl="8" marL="4114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numCol="1" rIns="91425" spcFirstLastPara="1" tIns="45700" wrap="square">
            <a:normAutofit/>
          </a:bodyPr>
          <a:lstStyle>
            <a:lvl1pPr algn="l" indent="-406400" lvl="0" marL="45720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algn="l" indent="-381000" lvl="1" marL="9144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algn="l" indent="-355600" lvl="2" marL="1371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algn="l" indent="-342900" lvl="3" marL="1828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algn="l" indent="-342900" lvl="4" marL="22860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algn="l" indent="-342900" lvl="5" marL="2743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algn="l" indent="-342900" lvl="6" marL="3200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algn="l" indent="-342900" lvl="7" marL="3657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algn="l" indent="-342900" lvl="8" marL="4114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  <a:defRPr/>
            </a:lvl1pPr>
            <a:lvl2pPr algn="r" indent="0" lvl="1" marL="0">
              <a:spcBef>
                <a:spcPts val="0"/>
              </a:spcBef>
              <a:buNone/>
              <a:defRPr/>
            </a:lvl2pPr>
            <a:lvl3pPr algn="r" indent="0" lvl="2" marL="0">
              <a:spcBef>
                <a:spcPts val="0"/>
              </a:spcBef>
              <a:buNone/>
              <a:defRPr/>
            </a:lvl3pPr>
            <a:lvl4pPr algn="r" indent="0" lvl="3" marL="0">
              <a:spcBef>
                <a:spcPts val="0"/>
              </a:spcBef>
              <a:buNone/>
              <a:defRPr/>
            </a:lvl4pPr>
            <a:lvl5pPr algn="r" indent="0" lvl="4" marL="0">
              <a:spcBef>
                <a:spcPts val="0"/>
              </a:spcBef>
              <a:buNone/>
              <a:defRPr/>
            </a:lvl5pPr>
            <a:lvl6pPr algn="r" indent="0" lvl="5" marL="0">
              <a:spcBef>
                <a:spcPts val="0"/>
              </a:spcBef>
              <a:buNone/>
              <a:defRPr/>
            </a:lvl6pPr>
            <a:lvl7pPr algn="r" indent="0" lvl="6" marL="0">
              <a:spcBef>
                <a:spcPts val="0"/>
              </a:spcBef>
              <a:buNone/>
              <a:defRPr/>
            </a:lvl7pPr>
            <a:lvl8pPr algn="r" indent="0" lvl="7" marL="0">
              <a:spcBef>
                <a:spcPts val="0"/>
              </a:spcBef>
              <a:buNone/>
              <a:defRPr/>
            </a:lvl8pPr>
            <a:lvl9pPr algn="r" indent="0" lvl="8" marL="0">
              <a:spcBef>
                <a:spcPts val="0"/>
              </a:spcBef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="b" anchorCtr="0" bIns="45700" lIns="91425" numCol="1" rIns="91425" spcFirstLastPara="1" tIns="45700" wrap="square">
            <a:normAutofit/>
          </a:bodyPr>
          <a:lstStyle>
            <a:lvl1pPr algn="l" indent="-228600" lvl="0" marL="4572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algn="l" indent="-228600" lvl="1" marL="914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algn="l" indent="-2286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algn="l" indent="-228600" lvl="3" marL="1828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algn="l" indent="-228600" lvl="4" marL="22860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algn="l" indent="-228600" lvl="5" marL="27432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algn="l" indent="-228600" lvl="6" marL="32004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algn="l" indent="-228600" lvl="7" marL="36576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algn="l" indent="-228600" lvl="8" marL="4114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numCol="1" rIns="91425" spcFirstLastPara="1" tIns="45700" wrap="square">
            <a:normAutofit/>
          </a:bodyPr>
          <a:lstStyle>
            <a:lvl1pPr algn="l" indent="-381000" lvl="0" marL="4572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algn="l" indent="-355600" lvl="1" marL="914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algn="l" indent="-3429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algn="l" indent="-330200" lvl="3" marL="1828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algn="l" indent="-330200" lvl="4" marL="22860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algn="l" indent="-330200" lvl="5" marL="27432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algn="l" indent="-330200" lvl="6" marL="32004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algn="l" indent="-330200" lvl="7" marL="36576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algn="l" indent="-330200" lvl="8" marL="4114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="b" anchorCtr="0" bIns="45700" lIns="91425" numCol="1" rIns="91425" spcFirstLastPara="1" tIns="45700" wrap="square">
            <a:normAutofit/>
          </a:bodyPr>
          <a:lstStyle>
            <a:lvl1pPr algn="l" indent="-228600" lvl="0" marL="4572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algn="l" indent="-228600" lvl="1" marL="914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algn="l" indent="-2286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algn="l" indent="-228600" lvl="3" marL="1828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algn="l" indent="-228600" lvl="4" marL="22860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algn="l" indent="-228600" lvl="5" marL="27432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algn="l" indent="-228600" lvl="6" marL="32004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algn="l" indent="-228600" lvl="7" marL="36576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algn="l" indent="-228600" lvl="8" marL="4114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numCol="1" rIns="91425" spcFirstLastPara="1" tIns="45700" wrap="square">
            <a:normAutofit/>
          </a:bodyPr>
          <a:lstStyle>
            <a:lvl1pPr algn="l" indent="-381000" lvl="0" marL="4572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algn="l" indent="-355600" lvl="1" marL="914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algn="l" indent="-3429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algn="l" indent="-330200" lvl="3" marL="1828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algn="l" indent="-330200" lvl="4" marL="22860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algn="l" indent="-330200" lvl="5" marL="27432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algn="l" indent="-330200" lvl="6" marL="32004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algn="l" indent="-330200" lvl="7" marL="36576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algn="l" indent="-330200" lvl="8" marL="4114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  <a:defRPr/>
            </a:lvl1pPr>
            <a:lvl2pPr algn="r" indent="0" lvl="1" marL="0">
              <a:spcBef>
                <a:spcPts val="0"/>
              </a:spcBef>
              <a:buNone/>
              <a:defRPr/>
            </a:lvl2pPr>
            <a:lvl3pPr algn="r" indent="0" lvl="2" marL="0">
              <a:spcBef>
                <a:spcPts val="0"/>
              </a:spcBef>
              <a:buNone/>
              <a:defRPr/>
            </a:lvl3pPr>
            <a:lvl4pPr algn="r" indent="0" lvl="3" marL="0">
              <a:spcBef>
                <a:spcPts val="0"/>
              </a:spcBef>
              <a:buNone/>
              <a:defRPr/>
            </a:lvl4pPr>
            <a:lvl5pPr algn="r" indent="0" lvl="4" marL="0">
              <a:spcBef>
                <a:spcPts val="0"/>
              </a:spcBef>
              <a:buNone/>
              <a:defRPr/>
            </a:lvl5pPr>
            <a:lvl6pPr algn="r" indent="0" lvl="5" marL="0">
              <a:spcBef>
                <a:spcPts val="0"/>
              </a:spcBef>
              <a:buNone/>
              <a:defRPr/>
            </a:lvl6pPr>
            <a:lvl7pPr algn="r" indent="0" lvl="6" marL="0">
              <a:spcBef>
                <a:spcPts val="0"/>
              </a:spcBef>
              <a:buNone/>
              <a:defRPr/>
            </a:lvl7pPr>
            <a:lvl8pPr algn="r" indent="0" lvl="7" marL="0">
              <a:spcBef>
                <a:spcPts val="0"/>
              </a:spcBef>
              <a:buNone/>
              <a:defRPr/>
            </a:lvl8pPr>
            <a:lvl9pPr algn="r" indent="0" lvl="8" marL="0">
              <a:spcBef>
                <a:spcPts val="0"/>
              </a:spcBef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  <a:defRPr/>
            </a:lvl1pPr>
            <a:lvl2pPr algn="r" indent="0" lvl="1" marL="0">
              <a:spcBef>
                <a:spcPts val="0"/>
              </a:spcBef>
              <a:buNone/>
              <a:defRPr/>
            </a:lvl2pPr>
            <a:lvl3pPr algn="r" indent="0" lvl="2" marL="0">
              <a:spcBef>
                <a:spcPts val="0"/>
              </a:spcBef>
              <a:buNone/>
              <a:defRPr/>
            </a:lvl3pPr>
            <a:lvl4pPr algn="r" indent="0" lvl="3" marL="0">
              <a:spcBef>
                <a:spcPts val="0"/>
              </a:spcBef>
              <a:buNone/>
              <a:defRPr/>
            </a:lvl4pPr>
            <a:lvl5pPr algn="r" indent="0" lvl="4" marL="0">
              <a:spcBef>
                <a:spcPts val="0"/>
              </a:spcBef>
              <a:buNone/>
              <a:defRPr/>
            </a:lvl5pPr>
            <a:lvl6pPr algn="r" indent="0" lvl="5" marL="0">
              <a:spcBef>
                <a:spcPts val="0"/>
              </a:spcBef>
              <a:buNone/>
              <a:defRPr/>
            </a:lvl6pPr>
            <a:lvl7pPr algn="r" indent="0" lvl="6" marL="0">
              <a:spcBef>
                <a:spcPts val="0"/>
              </a:spcBef>
              <a:buNone/>
              <a:defRPr/>
            </a:lvl7pPr>
            <a:lvl8pPr algn="r" indent="0" lvl="7" marL="0">
              <a:spcBef>
                <a:spcPts val="0"/>
              </a:spcBef>
              <a:buNone/>
              <a:defRPr/>
            </a:lvl8pPr>
            <a:lvl9pPr algn="r" indent="0" lvl="8" marL="0">
              <a:spcBef>
                <a:spcPts val="0"/>
              </a:spcBef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="b" anchorCtr="0" bIns="45700" lIns="91425" numCol="1" rIns="91425" spcFirstLastPara="1" tIns="45700" wrap="square">
            <a:norm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numCol="1" rIns="91425" spcFirstLastPara="1" tIns="45700" wrap="square">
            <a:normAutofit/>
          </a:bodyPr>
          <a:lstStyle>
            <a:lvl1pPr algn="l" indent="-431800" lvl="0" marL="45720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algn="l" indent="-406400" lvl="1" marL="91440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algn="l" indent="-381000" lvl="2" marL="13716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algn="l" indent="-355600" lvl="3" marL="18288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algn="l" indent="-355600" lvl="4" marL="22860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algn="l" indent="-355600" lvl="5" marL="27432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algn="l" indent="-355600" lvl="6" marL="3200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algn="l" indent="-355600" lvl="7" marL="3657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algn="l" indent="-355600" lvl="8" marL="41148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numCol="1" rIns="91425" spcFirstLastPara="1" tIns="45700" wrap="square">
            <a:normAutofit/>
          </a:bodyPr>
          <a:lstStyle>
            <a:lvl1pPr algn="l" indent="-228600" lvl="0" marL="45720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algn="l" indent="-228600" lvl="1" marL="91440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algn="l" indent="-228600" lvl="2" marL="137160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algn="l" indent="-228600" lvl="3" marL="18288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algn="l" indent="-228600" lvl="4" marL="22860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algn="l" indent="-228600" lvl="5" marL="27432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algn="l" indent="-228600" lvl="6" marL="32004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algn="l" indent="-228600" lvl="7" marL="36576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algn="l" indent="-228600" lvl="8" marL="41148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  <a:defRPr/>
            </a:lvl1pPr>
            <a:lvl2pPr algn="r" indent="0" lvl="1" marL="0">
              <a:spcBef>
                <a:spcPts val="0"/>
              </a:spcBef>
              <a:buNone/>
              <a:defRPr/>
            </a:lvl2pPr>
            <a:lvl3pPr algn="r" indent="0" lvl="2" marL="0">
              <a:spcBef>
                <a:spcPts val="0"/>
              </a:spcBef>
              <a:buNone/>
              <a:defRPr/>
            </a:lvl3pPr>
            <a:lvl4pPr algn="r" indent="0" lvl="3" marL="0">
              <a:spcBef>
                <a:spcPts val="0"/>
              </a:spcBef>
              <a:buNone/>
              <a:defRPr/>
            </a:lvl4pPr>
            <a:lvl5pPr algn="r" indent="0" lvl="4" marL="0">
              <a:spcBef>
                <a:spcPts val="0"/>
              </a:spcBef>
              <a:buNone/>
              <a:defRPr/>
            </a:lvl5pPr>
            <a:lvl6pPr algn="r" indent="0" lvl="5" marL="0">
              <a:spcBef>
                <a:spcPts val="0"/>
              </a:spcBef>
              <a:buNone/>
              <a:defRPr/>
            </a:lvl6pPr>
            <a:lvl7pPr algn="r" indent="0" lvl="6" marL="0">
              <a:spcBef>
                <a:spcPts val="0"/>
              </a:spcBef>
              <a:buNone/>
              <a:defRPr/>
            </a:lvl7pPr>
            <a:lvl8pPr algn="r" indent="0" lvl="7" marL="0">
              <a:spcBef>
                <a:spcPts val="0"/>
              </a:spcBef>
              <a:buNone/>
              <a:defRPr/>
            </a:lvl8pPr>
            <a:lvl9pPr algn="r" indent="0" lvl="8" marL="0">
              <a:spcBef>
                <a:spcPts val="0"/>
              </a:spcBef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="b" anchorCtr="0" bIns="45700" lIns="91425" numCol="1" rIns="91425" spcFirstLastPara="1" tIns="45700" wrap="square">
            <a:norm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numCol="1" rIns="91425" spcFirstLastPara="1" tIns="45700" wrap="square">
            <a:normAutofit/>
          </a:bodyPr>
          <a:lstStyle>
            <a:lvl1pPr algn="l" indent="-228600" lvl="0" marL="45720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algn="l" indent="-228600" lvl="1" marL="91440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algn="l" indent="-228600" lvl="2" marL="137160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algn="l" indent="-228600" lvl="3" marL="18288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algn="l" indent="-228600" lvl="4" marL="22860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algn="l" indent="-228600" lvl="5" marL="27432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algn="l" indent="-228600" lvl="6" marL="32004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algn="l" indent="-228600" lvl="7" marL="36576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algn="l" indent="-228600" lvl="8" marL="41148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  <a:defRPr/>
            </a:lvl1pPr>
            <a:lvl2pPr algn="r" indent="0" lvl="1" marL="0">
              <a:spcBef>
                <a:spcPts val="0"/>
              </a:spcBef>
              <a:buNone/>
              <a:defRPr/>
            </a:lvl2pPr>
            <a:lvl3pPr algn="r" indent="0" lvl="2" marL="0">
              <a:spcBef>
                <a:spcPts val="0"/>
              </a:spcBef>
              <a:buNone/>
              <a:defRPr/>
            </a:lvl3pPr>
            <a:lvl4pPr algn="r" indent="0" lvl="3" marL="0">
              <a:spcBef>
                <a:spcPts val="0"/>
              </a:spcBef>
              <a:buNone/>
              <a:defRPr/>
            </a:lvl4pPr>
            <a:lvl5pPr algn="r" indent="0" lvl="4" marL="0">
              <a:spcBef>
                <a:spcPts val="0"/>
              </a:spcBef>
              <a:buNone/>
              <a:defRPr/>
            </a:lvl5pPr>
            <a:lvl6pPr algn="r" indent="0" lvl="5" marL="0">
              <a:spcBef>
                <a:spcPts val="0"/>
              </a:spcBef>
              <a:buNone/>
              <a:defRPr/>
            </a:lvl6pPr>
            <a:lvl7pPr algn="r" indent="0" lvl="6" marL="0">
              <a:spcBef>
                <a:spcPts val="0"/>
              </a:spcBef>
              <a:buNone/>
              <a:defRPr/>
            </a:lvl7pPr>
            <a:lvl8pPr algn="r" indent="0" lvl="7" marL="0">
              <a:spcBef>
                <a:spcPts val="0"/>
              </a:spcBef>
              <a:buNone/>
              <a:defRPr/>
            </a:lvl8pPr>
            <a:lvl9pPr algn="r" indent="0" lvl="8" marL="0">
              <a:spcBef>
                <a:spcPts val="0"/>
              </a:spcBef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numCol="1" rIns="91425" spcFirstLastPara="1" tIns="45700" wrap="square">
            <a:normAutofit/>
          </a:bodyPr>
          <a:lstStyle>
            <a:lvl1pPr algn="l" indent="-342900" lvl="0" marL="457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algn="l" indent="-342900" lvl="1" marL="914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algn="l" indent="-3429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algn="l" indent="-342900" lvl="3" marL="1828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algn="l" indent="-342900" lvl="4" marL="22860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algn="l" indent="-342900" lvl="5" marL="2743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algn="l" indent="-342900" lvl="6" marL="3200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algn="l" indent="-342900" lvl="7" marL="3657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algn="l" indent="-342900" lvl="8" marL="4114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  <a:defRPr/>
            </a:lvl1pPr>
            <a:lvl2pPr algn="r" indent="0" lvl="1" marL="0">
              <a:spcBef>
                <a:spcPts val="0"/>
              </a:spcBef>
              <a:buNone/>
              <a:defRPr/>
            </a:lvl2pPr>
            <a:lvl3pPr algn="r" indent="0" lvl="2" marL="0">
              <a:spcBef>
                <a:spcPts val="0"/>
              </a:spcBef>
              <a:buNone/>
              <a:defRPr/>
            </a:lvl3pPr>
            <a:lvl4pPr algn="r" indent="0" lvl="3" marL="0">
              <a:spcBef>
                <a:spcPts val="0"/>
              </a:spcBef>
              <a:buNone/>
              <a:defRPr/>
            </a:lvl4pPr>
            <a:lvl5pPr algn="r" indent="0" lvl="4" marL="0">
              <a:spcBef>
                <a:spcPts val="0"/>
              </a:spcBef>
              <a:buNone/>
              <a:defRPr/>
            </a:lvl5pPr>
            <a:lvl6pPr algn="r" indent="0" lvl="5" marL="0">
              <a:spcBef>
                <a:spcPts val="0"/>
              </a:spcBef>
              <a:buNone/>
              <a:defRPr/>
            </a:lvl6pPr>
            <a:lvl7pPr algn="r" indent="0" lvl="6" marL="0">
              <a:spcBef>
                <a:spcPts val="0"/>
              </a:spcBef>
              <a:buNone/>
              <a:defRPr/>
            </a:lvl7pPr>
            <a:lvl8pPr algn="r" indent="0" lvl="7" marL="0">
              <a:spcBef>
                <a:spcPts val="0"/>
              </a:spcBef>
              <a:buNone/>
              <a:defRPr/>
            </a:lvl8pPr>
            <a:lvl9pPr algn="r" indent="0" lvl="8" marL="0">
              <a:spcBef>
                <a:spcPts val="0"/>
              </a:spcBef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numCol="1" rIns="91425" spcFirstLastPara="1" tIns="45700" wrap="square">
            <a:normAutofit/>
          </a:bodyPr>
          <a:lstStyle>
            <a:lvl1pPr algn="l" indent="-342900" lvl="0" marL="457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algn="l" indent="-342900" lvl="1" marL="914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algn="l" indent="-3429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algn="l" indent="-342900" lvl="3" marL="1828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algn="l" indent="-342900" lvl="4" marL="22860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algn="l" indent="-342900" lvl="5" marL="2743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algn="l" indent="-342900" lvl="6" marL="3200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algn="l" indent="-342900" lvl="7" marL="3657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algn="l" indent="-342900" lvl="8" marL="4114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  <a:defRPr/>
            </a:lvl1pPr>
            <a:lvl2pPr algn="r" indent="0" lvl="1" marL="0">
              <a:spcBef>
                <a:spcPts val="0"/>
              </a:spcBef>
              <a:buNone/>
              <a:defRPr/>
            </a:lvl2pPr>
            <a:lvl3pPr algn="r" indent="0" lvl="2" marL="0">
              <a:spcBef>
                <a:spcPts val="0"/>
              </a:spcBef>
              <a:buNone/>
              <a:defRPr/>
            </a:lvl3pPr>
            <a:lvl4pPr algn="r" indent="0" lvl="3" marL="0">
              <a:spcBef>
                <a:spcPts val="0"/>
              </a:spcBef>
              <a:buNone/>
              <a:defRPr/>
            </a:lvl4pPr>
            <a:lvl5pPr algn="r" indent="0" lvl="4" marL="0">
              <a:spcBef>
                <a:spcPts val="0"/>
              </a:spcBef>
              <a:buNone/>
              <a:defRPr/>
            </a:lvl5pPr>
            <a:lvl6pPr algn="r" indent="0" lvl="5" marL="0">
              <a:spcBef>
                <a:spcPts val="0"/>
              </a:spcBef>
              <a:buNone/>
              <a:defRPr/>
            </a:lvl6pPr>
            <a:lvl7pPr algn="r" indent="0" lvl="6" marL="0">
              <a:spcBef>
                <a:spcPts val="0"/>
              </a:spcBef>
              <a:buNone/>
              <a:defRPr/>
            </a:lvl7pPr>
            <a:lvl8pPr algn="r" indent="0" lvl="7" marL="0">
              <a:spcBef>
                <a:spcPts val="0"/>
              </a:spcBef>
              <a:buNone/>
              <a:defRPr/>
            </a:lvl8pPr>
            <a:lvl9pPr algn="r" indent="0" lvl="8" marL="0">
              <a:spcBef>
                <a:spcPts val="0"/>
              </a:spcBef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2" Target="../slideLayouts/slideLayout11.xml" Type="http://schemas.openxmlformats.org/officeDocument/2006/relationships/slideLayout"/><Relationship Id="rId11" Target="../slideLayouts/slideLayout10.xml" Type="http://schemas.openxmlformats.org/officeDocument/2006/relationships/slideLayout"/><Relationship Id="rId9" Target="../slideLayouts/slideLayout8.xml" Type="http://schemas.openxmlformats.org/officeDocument/2006/relationships/slideLayout"/><Relationship Id="rId10" Target="../slideLayouts/slideLayout9.xml" Type="http://schemas.openxmlformats.org/officeDocument/2006/relationships/slideLayout"/><Relationship Id="rId8" Target="../slideLayouts/slideLayout7.xml" Type="http://schemas.openxmlformats.org/officeDocument/2006/relationships/slideLayout"/><Relationship Id="rId7" Target="../slideLayouts/slideLayout6.xml" Type="http://schemas.openxmlformats.org/officeDocument/2006/relationships/slideLayout"/><Relationship Id="rId6" Target="../slideLayouts/slideLayout5.xml" Type="http://schemas.openxmlformats.org/officeDocument/2006/relationships/slideLayout"/><Relationship Id="rId5" Target="../slideLayouts/slideLayout4.xml" Type="http://schemas.openxmlformats.org/officeDocument/2006/relationships/slideLayout"/><Relationship Id="rId4" Target="../slideLayouts/slideLayout3.xml" Type="http://schemas.openxmlformats.org/officeDocument/2006/relationships/slideLayout"/><Relationship Id="rId3" Target="../slideLayouts/slideLayout2.xml" Type="http://schemas.openxmlformats.org/officeDocument/2006/relationships/slideLayout"/><Relationship Id="rId2" Target="../slideLayouts/slideLayout1.xml" Type="http://schemas.openxmlformats.org/officeDocument/2006/relationships/slideLayout"/><Relationship Id="rId1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rm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cap="none" i="0" strike="noStrike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numCol="1" rIns="91425" spcFirstLastPara="1" tIns="45700" wrap="square">
            <a:normAutofit/>
          </a:bodyPr>
          <a:lstStyle>
            <a:lvl1pPr algn="l" indent="-431800" lvl="0" marL="457200" marR="0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cap="none" i="0" strike="noStrike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406400" lvl="1" marL="914400" marR="0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cap="none" i="0" strike="noStrike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381000" lvl="2" marL="1371600" marR="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cap="none" i="0" strike="noStrike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355600" lvl="3" marL="18288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cap="none" i="0" strike="noStrike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355600" lvl="4" marL="22860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cap="none" i="0" strike="noStrike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355600" lvl="5" marL="27432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i="0" strike="noStrike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355600" lvl="6" marL="32004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i="0" strike="noStrike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355600" lvl="7" marL="36576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i="0" strike="noStrike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355600" lvl="8" marL="41148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i="0" strike="noStrike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>
            <a:lvl1pPr algn="r" indent="0" lvl="0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folHlink="folHlink" hlink="hlink" tx1="dk1" tx2="lt2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4" Target="../media/image2.png" Type="http://schemas.openxmlformats.org/officeDocument/2006/relationships/image"/><Relationship Id="rId3" Target="../media/image1.png" Type="http://schemas.openxmlformats.org/officeDocument/2006/relationships/image"/><Relationship Id="rId2" Target="../notesSlides/notesSlide1.xml" Type="http://schemas.openxmlformats.org/officeDocument/2006/relationships/notesSlide"/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<Relationships xmlns="http://schemas.openxmlformats.org/package/2006/relationships"><Relationship Id="rId7" Target="../media/image5.png" Type="http://schemas.openxmlformats.org/officeDocument/2006/relationships/image"/><Relationship Id="rId6" Target="../media/image23.png" Type="http://schemas.openxmlformats.org/officeDocument/2006/relationships/image"/><Relationship Id="rId5" Target="../media/image4.png" Type="http://schemas.openxmlformats.org/officeDocument/2006/relationships/image"/><Relationship Id="rId4" Target="../media/image2.png" Type="http://schemas.openxmlformats.org/officeDocument/2006/relationships/image"/><Relationship Id="rId3" Target="../media/image1.png" Type="http://schemas.openxmlformats.org/officeDocument/2006/relationships/image"/><Relationship Id="rId2" Target="../notesSlides/notesSlide2.xml" Type="http://schemas.openxmlformats.org/officeDocument/2006/relationships/notesSlide"/><Relationship Id="rId1" Target="../slideLayouts/slideLayout1.xml" Type="http://schemas.openxmlformats.org/officeDocument/2006/relationships/slideLayout"/></Relationships>
</file>

<file path=ppt/slides/_rels/slide3.xml.rels><?xml version="1.0" encoding="UTF-8" standalone="yes"?><Relationships xmlns="http://schemas.openxmlformats.org/package/2006/relationships"><Relationship Id="rId8" Target="../media/image3.png" Type="http://schemas.openxmlformats.org/officeDocument/2006/relationships/image"/><Relationship Id="rId7" Target="../media/image12.png" Type="http://schemas.openxmlformats.org/officeDocument/2006/relationships/image"/><Relationship Id="rId6" Target="../media/image8.png" Type="http://schemas.openxmlformats.org/officeDocument/2006/relationships/image"/><Relationship Id="rId5" Target="../media/image9.png" Type="http://schemas.openxmlformats.org/officeDocument/2006/relationships/image"/><Relationship Id="rId4" Target="../media/image2.png" Type="http://schemas.openxmlformats.org/officeDocument/2006/relationships/image"/><Relationship Id="rId3" Target="../media/image1.png" Type="http://schemas.openxmlformats.org/officeDocument/2006/relationships/image"/><Relationship Id="rId2" Target="../notesSlides/notesSlide3.xml" Type="http://schemas.openxmlformats.org/officeDocument/2006/relationships/notesSlide"/><Relationship Id="rId1" Target="../slideLayouts/slideLayout1.xml" Type="http://schemas.openxmlformats.org/officeDocument/2006/relationships/slideLayout"/></Relationships>
</file>

<file path=ppt/slides/_rels/slide4.xml.rels><?xml version="1.0" encoding="UTF-8" standalone="yes"?><Relationships xmlns="http://schemas.openxmlformats.org/package/2006/relationships"><Relationship Id="rId5" Target="../media/image10.png" Type="http://schemas.openxmlformats.org/officeDocument/2006/relationships/image"/><Relationship Id="rId4" Target="../media/image2.png" Type="http://schemas.openxmlformats.org/officeDocument/2006/relationships/image"/><Relationship Id="rId3" Target="../media/image1.png" Type="http://schemas.openxmlformats.org/officeDocument/2006/relationships/image"/><Relationship Id="rId2" Target="../notesSlides/notesSlide4.xml" Type="http://schemas.openxmlformats.org/officeDocument/2006/relationships/notesSlide"/><Relationship Id="rId1" Target="../slideLayouts/slideLayout1.xml" Type="http://schemas.openxmlformats.org/officeDocument/2006/relationships/slideLayout"/></Relationships>
</file>

<file path=ppt/slides/_rels/slide5.xml.rels><?xml version="1.0" encoding="UTF-8" standalone="yes"?><Relationships xmlns="http://schemas.openxmlformats.org/package/2006/relationships"><Relationship Id="rId10" Target="../media/image17.png" Type="http://schemas.openxmlformats.org/officeDocument/2006/relationships/image"/><Relationship Id="rId9" Target="../media/image16.png" Type="http://schemas.openxmlformats.org/officeDocument/2006/relationships/image"/><Relationship Id="rId8" Target="../media/image6.png" Type="http://schemas.openxmlformats.org/officeDocument/2006/relationships/image"/><Relationship Id="rId7" Target="../media/image20.png" Type="http://schemas.openxmlformats.org/officeDocument/2006/relationships/image"/><Relationship Id="rId6" Target="../media/image13.png" Type="http://schemas.openxmlformats.org/officeDocument/2006/relationships/image"/><Relationship Id="rId5" Target="../media/image18.png" Type="http://schemas.openxmlformats.org/officeDocument/2006/relationships/image"/><Relationship Id="rId4" Target="../media/image2.png" Type="http://schemas.openxmlformats.org/officeDocument/2006/relationships/image"/><Relationship Id="rId3" Target="../media/image1.png" Type="http://schemas.openxmlformats.org/officeDocument/2006/relationships/image"/><Relationship Id="rId2" Target="../notesSlides/notesSlide5.xml" Type="http://schemas.openxmlformats.org/officeDocument/2006/relationships/notesSlide"/><Relationship Id="rId1" Target="../slideLayouts/slideLayout1.xml" Type="http://schemas.openxmlformats.org/officeDocument/2006/relationships/slideLayout"/></Relationships>
</file>

<file path=ppt/slides/_rels/slide6.xml.rels><?xml version="1.0" encoding="UTF-8" standalone="yes"?><Relationships xmlns="http://schemas.openxmlformats.org/package/2006/relationships"><Relationship Id="rId6" Target="../media/image24.png" Type="http://schemas.openxmlformats.org/officeDocument/2006/relationships/image"/><Relationship Id="rId5" Target="../media/image14.png" Type="http://schemas.openxmlformats.org/officeDocument/2006/relationships/image"/><Relationship Id="rId4" Target="../media/image2.png" Type="http://schemas.openxmlformats.org/officeDocument/2006/relationships/image"/><Relationship Id="rId3" Target="../media/image1.png" Type="http://schemas.openxmlformats.org/officeDocument/2006/relationships/image"/><Relationship Id="rId2" Target="../notesSlides/notesSlide6.xml" Type="http://schemas.openxmlformats.org/officeDocument/2006/relationships/notesSlide"/><Relationship Id="rId1" Target="../slideLayouts/slideLayout1.xml" Type="http://schemas.openxmlformats.org/officeDocument/2006/relationships/slideLayout"/></Relationships>
</file>

<file path=ppt/slides/_rels/slide7.xml.rels><?xml version="1.0" encoding="UTF-8" standalone="yes"?><Relationships xmlns="http://schemas.openxmlformats.org/package/2006/relationships"><Relationship Id="rId10" Target="../media/image15.png" Type="http://schemas.openxmlformats.org/officeDocument/2006/relationships/image"/><Relationship Id="rId9" Target="../media/image7.png" Type="http://schemas.openxmlformats.org/officeDocument/2006/relationships/image"/><Relationship Id="rId8" Target="../media/image11.png" Type="http://schemas.openxmlformats.org/officeDocument/2006/relationships/image"/><Relationship Id="rId7" Target="../media/image26.png" Type="http://schemas.openxmlformats.org/officeDocument/2006/relationships/image"/><Relationship Id="rId6" Target="../media/image19.png" Type="http://schemas.openxmlformats.org/officeDocument/2006/relationships/image"/><Relationship Id="rId5" Target="../media/image4.png" Type="http://schemas.openxmlformats.org/officeDocument/2006/relationships/image"/><Relationship Id="rId4" Target="../media/image2.png" Type="http://schemas.openxmlformats.org/officeDocument/2006/relationships/image"/><Relationship Id="rId3" Target="../media/image1.png" Type="http://schemas.openxmlformats.org/officeDocument/2006/relationships/image"/><Relationship Id="rId2" Target="../notesSlides/notesSlide7.xml" Type="http://schemas.openxmlformats.org/officeDocument/2006/relationships/notesSlide"/><Relationship Id="rId1" Target="../slideLayouts/slideLayout1.xml" Type="http://schemas.openxmlformats.org/officeDocument/2006/relationships/slideLayout"/></Relationships>
</file>

<file path=ppt/slides/_rels/slide8.xml.rels><?xml version="1.0" encoding="UTF-8" standalone="yes"?><Relationships xmlns="http://schemas.openxmlformats.org/package/2006/relationships"><Relationship Id="rId6" Target="../media/image25.png" Type="http://schemas.openxmlformats.org/officeDocument/2006/relationships/image"/><Relationship Id="rId5" Target="../media/image14.png" Type="http://schemas.openxmlformats.org/officeDocument/2006/relationships/image"/><Relationship Id="rId4" Target="../media/image2.png" Type="http://schemas.openxmlformats.org/officeDocument/2006/relationships/image"/><Relationship Id="rId3" Target="../media/image1.png" Type="http://schemas.openxmlformats.org/officeDocument/2006/relationships/image"/><Relationship Id="rId2" Target="../notesSlides/notesSlide8.xml" Type="http://schemas.openxmlformats.org/officeDocument/2006/relationships/notesSlide"/><Relationship Id="rId1" Target="../slideLayouts/slideLayout1.xml" Type="http://schemas.openxmlformats.org/officeDocument/2006/relationships/slideLayout"/></Relationships>
</file>

<file path=ppt/slides/_rels/slide9.xml.rels><?xml version="1.0" encoding="UTF-8" standalone="yes"?><Relationships xmlns="http://schemas.openxmlformats.org/package/2006/relationships"><Relationship Id="rId5" Target="../media/image22.png" Type="http://schemas.openxmlformats.org/officeDocument/2006/relationships/image"/><Relationship Id="rId4" Target="../media/image2.png" Type="http://schemas.openxmlformats.org/officeDocument/2006/relationships/image"/><Relationship Id="rId3" Target="../media/image1.png" Type="http://schemas.openxmlformats.org/officeDocument/2006/relationships/image"/><Relationship Id="rId2" Target="../notesSlides/notesSlide9.xml" Type="http://schemas.openxmlformats.org/officeDocument/2006/relationships/notesSlide"/><Relationship Id="rId1" Target="../slideLayouts/slideLayout1.xml" Type="http://schemas.openxmlformats.org/officeDocument/2006/relationships/slideLayout"/></Relationships>
</file>

<file path=ppt/slides/_rels/slide10.xml.rels><?xml version="1.0" encoding="UTF-8" standalone="yes"?><Relationships xmlns="http://schemas.openxmlformats.org/package/2006/relationships"><Relationship Id="rId6" Target="../media/image21.png" Type="http://schemas.openxmlformats.org/officeDocument/2006/relationships/image"/><Relationship Id="rId5" Target="../media/image4.png" Type="http://schemas.openxmlformats.org/officeDocument/2006/relationships/image"/><Relationship Id="rId4" Target="../media/image2.png" Type="http://schemas.openxmlformats.org/officeDocument/2006/relationships/image"/><Relationship Id="rId3" Target="../media/image1.png" Type="http://schemas.openxmlformats.org/officeDocument/2006/relationships/image"/><Relationship Id="rId2" Target="../notesSlides/notesSlide10.xml" Type="http://schemas.openxmlformats.org/officeDocument/2006/relationships/notesSlide"/><Relationship Id="rId1" Target="../slideLayouts/slideLayout1.xml" Type="http://schemas.openxmlformats.org/officeDocument/2006/relationships/slideLayout"/></Relationships>
</file>

<file path=ppt/slides/_rels/slide11.xml.rels><?xml version="1.0" encoding="UTF-8" standalone="yes"?><Relationships xmlns="http://schemas.openxmlformats.org/package/2006/relationships"><Relationship Id="rId4" Target="../media/image2.png" Type="http://schemas.openxmlformats.org/officeDocument/2006/relationships/image"/><Relationship Id="rId3" Target="../media/image1.png" Type="http://schemas.openxmlformats.org/officeDocument/2006/relationships/image"/><Relationship Id="rId2" Target="../notesSlides/notesSlide11.xml" Type="http://schemas.openxmlformats.org/officeDocument/2006/relationships/notesSlide"/><Relationship Id="rId1" Target="../slideLayouts/slideLayout1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897800" y="381000"/>
            <a:ext cx="722700" cy="207900"/>
          </a:xfrm>
          <a:prstGeom prst="rect">
            <a:avLst/>
          </a:prstGeom>
          <a:noFill/>
          <a:ln>
            <a:noFill/>
          </a:ln>
        </p:spPr>
        <p:txBody>
          <a:bodyPr anchor="ctr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350" u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ХНУРЕ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91722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ctr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МІНІСТЕРСТВО ОСВІТИ І НАУКИ УКРАЇНИ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95275" y="1412527"/>
            <a:ext cx="11601450" cy="219075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404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Харківський національний університет радіоелектроніки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5619750" y="1917352"/>
            <a:ext cx="952500" cy="381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cap="none" i="0" strike="noStrike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295275" y="2241202"/>
            <a:ext cx="11601450" cy="13335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4200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Веб-застосунок для обліку особистих фінансів «FinTrack»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380330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ctr" indent="0" lvl="0" marL="0" marR="0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800" u="none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Комплексний курсовий проєкт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6400800"/>
            <a:ext cx="1590675" cy="17145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050" u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Software Engineering (SE)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0725150" y="6400800"/>
            <a:ext cx="895500" cy="1617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050" u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Червень 202</a:t>
            </a:r>
            <a:r>
              <a:rPr lang="en-US" sz="105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71500" y="4835723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Виконав: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71500" y="5331023"/>
            <a:ext cx="5048400" cy="538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студент гр. ПІ-22-1</a:t>
            </a:r>
            <a:br>
              <a:rPr b="0" cap="none" i="0" lang="en-US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Петров Давид Валерійович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572250" y="4835723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Керівник: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572250" y="5331023"/>
            <a:ext cx="5048400" cy="538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доц. кафедри ПІ</a:t>
            </a:r>
            <a:br>
              <a:rPr b="0" cap="none" i="0" lang="en-US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Ревенчук Ілона Анатоліївна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3300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Мета та актуальність роботи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cap="none" i="0" strike="noStrike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6400800"/>
            <a:ext cx="409500" cy="1617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050" u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71500" y="199072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404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Мета роботи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71500" y="2400300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Розробка кросплатформного клієнт-серверного веб-застосунку для автоматизації щоденного обліку доходів та витрат, контролю бюджетних лімітів та наочної візуалізації фінансових потоків.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571500" y="381000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404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Актуальність</a:t>
            </a:r>
            <a:endParaRPr/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002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571500" y="418147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19050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Зростання потреби у фінансовій грамотності.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571500" y="448627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19050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Необхідність у гнучких інструментах планування.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571500" y="479107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19050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Висока вартість комерційних аналогів.</a:t>
            </a:r>
            <a:endParaRPr/>
          </a:p>
        </p:txBody>
      </p:sp>
      <p:pic>
        <p:nvPicPr>
          <p:cNvPr descr="image.png" id="115" name="Google Shape;11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338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386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4346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29137"/>
            <a:ext cx="110490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176462"/>
            <a:ext cx="355595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7950" y="2176462"/>
            <a:ext cx="355595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64400" y="2176462"/>
            <a:ext cx="3556099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3300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Аналіз існуючих рішень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cap="none" i="0" strike="noStrike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6400800"/>
            <a:ext cx="409500" cy="1617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050" u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771525" y="4919662"/>
            <a:ext cx="10648950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Висновок:</a:t>
            </a: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Ринок потребує легкого, безкоштовного рішення з повноцінною веб-синхронізацією.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57250" y="2414587"/>
            <a:ext cx="3183679" cy="295275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800" u="none">
                <a:solidFill>
                  <a:srgbClr val="0EA5E9"/>
                </a:solidFill>
                <a:latin typeface="Merriweather"/>
                <a:ea typeface="Merriweather"/>
                <a:cs typeface="Merriweather"/>
                <a:sym typeface="Merriweather"/>
              </a:rPr>
              <a:t>Monefy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57250" y="2900362"/>
            <a:ext cx="3032075" cy="9144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Відсутня веб-версія. Більшість категорій доступні лише у платній версії.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4603700" y="2414587"/>
            <a:ext cx="3183679" cy="295275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800" u="none">
                <a:solidFill>
                  <a:srgbClr val="0EA5E9"/>
                </a:solidFill>
                <a:latin typeface="Merriweather"/>
                <a:ea typeface="Merriweather"/>
                <a:cs typeface="Merriweather"/>
                <a:sym typeface="Merriweather"/>
              </a:rPr>
              <a:t>YNAB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4603700" y="2900362"/>
            <a:ext cx="3032075" cy="9144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Висока вартість підписки. Занадто складний інтерфейс для пересічного юзера.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350150" y="2414587"/>
            <a:ext cx="3183835" cy="295275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800" u="none">
                <a:solidFill>
                  <a:srgbClr val="0EA5E9"/>
                </a:solidFill>
                <a:latin typeface="Merriweather"/>
                <a:ea typeface="Merriweather"/>
                <a:cs typeface="Merriweather"/>
                <a:sym typeface="Merriweather"/>
              </a:rPr>
              <a:t>CoinKeeper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350150" y="2900362"/>
            <a:ext cx="3032224" cy="6096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Нав'язлива реклама та обмеження у безкоштовній версії.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871787"/>
            <a:ext cx="5286375" cy="199444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3300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Постановка задачі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cap="none" i="0" strike="noStrike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571500" y="6400800"/>
            <a:ext cx="419100" cy="1617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050" u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571500" y="28717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404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Ключові задачі ККП: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619875" y="3157537"/>
            <a:ext cx="4950618" cy="238125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500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Очікувані результати: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619875" y="3586162"/>
            <a:ext cx="4714875" cy="82287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350" u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Готовий до експлуатації веб-сервіс, що забезпечує цілісність даних та миттєвий доступ до фінансової аналітики.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85825" y="32432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952500" y="324326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66675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Реалізація безпечної автентифікації (JWT).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85825" y="35480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952500" y="354806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66675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Створення системи управління транзакціями (CRUD).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85825" y="38528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52500" y="385286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66675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Розробка модуля бюджетування.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885825" y="41576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952500" y="415766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66675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Візуалізація даних через графіки.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85825" y="44624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952500" y="446246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66675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Розгортання системи в хмарі (Render).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24137"/>
            <a:ext cx="355595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950" y="2624137"/>
            <a:ext cx="355595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2624137"/>
            <a:ext cx="3556099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3300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Вибір технологій розробки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cap="none" i="0" strike="noStrike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571500" y="6400800"/>
            <a:ext cx="419100" cy="1617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050" u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/>
          </a:p>
        </p:txBody>
      </p:sp>
      <p:pic>
        <p:nvPicPr>
          <p:cNvPr descr="image.png" id="173" name="Google Shape;17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63663" y="2862262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781448" y="3338512"/>
            <a:ext cx="3183679" cy="295275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800" u="none">
                <a:solidFill>
                  <a:srgbClr val="0EA5E9"/>
                </a:solidFill>
                <a:latin typeface="Merriweather"/>
                <a:ea typeface="Merriweather"/>
                <a:cs typeface="Merriweather"/>
                <a:sym typeface="Merriweather"/>
              </a:rPr>
              <a:t>Node.js / Express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857250" y="3824287"/>
            <a:ext cx="3032075" cy="6096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ctr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Висока продуктивність та асинхронність бекенду.</a:t>
            </a:r>
            <a:endParaRPr/>
          </a:p>
        </p:txBody>
      </p:sp>
      <p:pic>
        <p:nvPicPr>
          <p:cNvPr descr="image.png" id="176" name="Google Shape;17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10113" y="2862262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4527898" y="3338512"/>
            <a:ext cx="3183679" cy="295275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800" u="none">
                <a:solidFill>
                  <a:srgbClr val="0EA5E9"/>
                </a:solidFill>
                <a:latin typeface="Merriweather"/>
                <a:ea typeface="Merriweather"/>
                <a:cs typeface="Merriweather"/>
                <a:sym typeface="Merriweather"/>
              </a:rPr>
              <a:t>SQLite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4603700" y="3824287"/>
            <a:ext cx="3032075" cy="6096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ctr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Компактна реляційна БД без потреби в адмініструванні.</a:t>
            </a:r>
            <a:endParaRPr/>
          </a:p>
        </p:txBody>
      </p:sp>
      <p:pic>
        <p:nvPicPr>
          <p:cNvPr descr="image.png" id="179" name="Google Shape;179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56712" y="2862262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8274345" y="3338512"/>
            <a:ext cx="3183835" cy="295275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800" u="none">
                <a:solidFill>
                  <a:srgbClr val="0EA5E9"/>
                </a:solidFill>
                <a:latin typeface="Merriweather"/>
                <a:ea typeface="Merriweather"/>
                <a:cs typeface="Merriweather"/>
                <a:sym typeface="Merriweather"/>
              </a:rPr>
              <a:t>Vanilla JS / HTML / CSS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8350150" y="3824287"/>
            <a:ext cx="3032224" cy="9144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ctr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Максимальна швидкість завантаження без зайвих бібліотек.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3300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Архітектура програмного забезпечення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cap="none" i="0" strike="noStrike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571500" y="6400800"/>
            <a:ext cx="419100" cy="1617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050" u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  <a:endParaRPr/>
          </a:p>
        </p:txBody>
      </p:sp>
      <p:pic>
        <p:nvPicPr>
          <p:cNvPr descr="image.png" id="192" name="Google Shape;19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0002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6334125" y="199072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404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3-рівнева структура: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334125" y="24003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1. Рівень представлення:</a:t>
            </a: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Браузер користувача (Frontend).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334125" y="28956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2. Рівень бізнес-логіки:</a:t>
            </a: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Node.js сервер з REST API.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6334125" y="33909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3. Рівень даних:</a:t>
            </a: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Файлова база даних SQLite.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477000" y="3886200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1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Взаємодія компонентів забезпечується через захищений протокол HTTPS з передачею JSON об'єктів.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6334125" y="3886200"/>
            <a:ext cx="28575" cy="609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cap="none" i="0" strike="noStrike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3300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Процес розробки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cap="none" i="0" strike="noStrike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571500" y="6400800"/>
            <a:ext cx="400200" cy="1617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050" u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7</a:t>
            </a:r>
            <a:endParaRPr/>
          </a:p>
        </p:txBody>
      </p:sp>
      <p:pic>
        <p:nvPicPr>
          <p:cNvPr descr="image.png" id="209" name="Google Shape;20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002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571500" y="21431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17145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Ініціалізація:</a:t>
            </a: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Налаштування структури папок та Git.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571500" y="26384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19050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Безпека:</a:t>
            </a: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Реалізація Auth Middleware (JWT).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571500" y="31337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19050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База даних:</a:t>
            </a: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Створення нормалізованих таблиць (Users, Transactions).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571500" y="39338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238125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Frontend:</a:t>
            </a: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Верстка адаптивного UI та Fetch API.</a:t>
            </a:r>
            <a:endParaRPr/>
          </a:p>
        </p:txBody>
      </p:sp>
      <p:pic>
        <p:nvPicPr>
          <p:cNvPr descr="image.png" id="214" name="Google Shape;21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1955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6908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1861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3986212"/>
            <a:ext cx="2381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3300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Дизайн системи та UI/UX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cap="none" i="0" strike="noStrike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571500" y="6400800"/>
            <a:ext cx="419100" cy="1617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050" u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  <a:endParaRPr/>
          </a:p>
        </p:txBody>
      </p:sp>
      <p:pic>
        <p:nvPicPr>
          <p:cNvPr descr="image.png" id="228" name="Google Shape;22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0002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6334125" y="199072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404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Принципи дизайну: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334125" y="24003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Методи:</a:t>
            </a: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Mobile-First підхід для адаптивності на смартфонах.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334125" y="32004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Послідовність:</a:t>
            </a: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Від реєстрації до першого запису за 3 кліки.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6334125" y="40005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Технології:</a:t>
            </a: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CSS Grid/Flexbox, іконки FontAwesome, Chart.js.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6334125" y="48006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UX:</a:t>
            </a: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Семантичне кодування кольором (Зелений - дохід, Червоний - витрата).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20553"/>
            <a:ext cx="11049000" cy="206439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3300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Приклад реалізації: Backend Logic</a:t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cap="none" i="0" strike="noStrike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571500" y="477544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1" lang="en-US" strike="noStrike" sz="1500" u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Фрагмент реалізації API для обробки фінансових операцій.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571500" y="6400800"/>
            <a:ext cx="419100" cy="1617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050" u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3300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Інтерфейс користувача</a:t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cap="none" i="0" strike="noStrike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571500" y="6400800"/>
            <a:ext cx="466800" cy="1617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050" u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571500" y="199072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404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Головний Дашборд: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571500" y="24003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Містить загальний баланс, інтерактивну кругову діаграму витрат та список останніх операцій.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571500" y="32004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Особливості:</a:t>
            </a: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Швидкий фільтр за місяцями та динамічне оновлення без перезавантаження сторінки.</a:t>
            </a:r>
            <a:endParaRPr/>
          </a:p>
        </p:txBody>
      </p:sp>
      <p:pic>
        <p:nvPicPr>
          <p:cNvPr descr="image.png" id="258" name="Google Shape;25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00250"/>
            <a:ext cx="526732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48400"/>
            <a:ext cx="110490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3300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Підсумки</a:t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="ctr" anchorCtr="0" bIns="45700" lIns="91425" numCol="1" rIns="91425" spcFirstLastPara="1" tIns="45700" wrap="square">
            <a:no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cap="none" i="0" strike="noStrike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 txBox="1"/>
          <p:nvPr/>
        </p:nvSpPr>
        <p:spPr>
          <a:xfrm>
            <a:off x="571500" y="6400800"/>
            <a:ext cx="447600" cy="1617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11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295275" y="4500562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3000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Дякую за увагу!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571500" y="51673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ctr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GitHub: github.com/davydpetrov/FinTrack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571500" y="212883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404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Досягнення: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6334125" y="212883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i="0" lang="en-US" strike="noStrike" sz="1404" u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Подальший розвиток: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6334125" y="253841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Інтеграція з банківськими API (Monobank/Приват24).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6334125" y="303371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Впровадження AI-асистента для аналізу витрат.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6334125" y="352901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Розробка нативного мобільного додатку на React Native.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885825" y="25003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952500" y="250031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66675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Створено повноцінний кросплатформний сервіс.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885825" y="28051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952500" y="28051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66675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Доведено реалістичність хмарного розгортання безкоштовних СУБД.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885825" y="34147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0" numCol="1" rIns="0" spcFirstLastPara="1" tIns="0" wrap="square">
            <a:spAutoFit/>
          </a:bodyPr>
          <a:lstStyle/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952500" y="341471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="t" anchorCtr="0" bIns="0" lIns="66675" numCol="1" rIns="0" spcFirstLastPara="1" tIns="0" wrap="square">
            <a:spAutoFit/>
          </a:bodyPr>
          <a:lstStyle/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i="0" lang="en-US" strike="noStrike" sz="1500" u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Забезпечено надійний захист даних.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</a:theme>
</file>